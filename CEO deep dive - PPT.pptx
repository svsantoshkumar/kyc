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customXML/itemProps.xml" ContentType="application/vnd.openxmlformats-officedocument.customXml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1f9dd4d087e5435d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2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slides/slide1.xml" Id="rId6" /><Relationship Type="http://schemas.openxmlformats.org/officeDocument/2006/relationships/slide" Target="slides/slide2.xml" Id="rId7" /><Relationship Type="http://schemas.openxmlformats.org/officeDocument/2006/relationships/slide" Target="slides/slide3.xml" Id="rId8" /><Relationship Type="http://schemas.openxmlformats.org/officeDocument/2006/relationships/slide" Target="slides/slide4.xml" Id="rId9" /><Relationship Type="http://schemas.openxmlformats.org/officeDocument/2006/relationships/slide" Target="slides/slide5.xml" Id="rId10" /><Relationship Type="http://schemas.openxmlformats.org/officeDocument/2006/relationships/slide" Target="slides/slide6.xml" Id="rId11" /><Relationship Type="http://schemas.openxmlformats.org/officeDocument/2006/relationships/customXml" Target="/customXML/item.xml" Id="Rd538028f" /></Relationships>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C5FB47F-CA1C-4BCA-A860-0DA7C395AA71}"/>
              </a:ext>
            </a:extLst>
          </p:cNvPr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r>
              <a:rPr/>
              <a:t>CRO deep dive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22F0BAA-09BF-4395-84B4-B189692D4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File created on: 28-10-2025 18:34:52</a:t>
            </a:r>
          </a:p>
        </p:txBody>
      </p:sp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Headcount &amp;amp; Attrition">
            <a:extLst>
              <a:ext uri="{FF2B5EF4-FFF2-40B4-BE49-F238E27FC236}">
                <a16:creationId xmlns:a16="http://schemas.microsoft.com/office/drawing/2014/main" id="{96840076-EE66-432D-B654-C2AC280627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4" y="0"/>
            <a:ext cx="7143750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ollection &amp;amp; Dpd">
            <a:extLst>
              <a:ext uri="{FF2B5EF4-FFF2-40B4-BE49-F238E27FC236}">
                <a16:creationId xmlns:a16="http://schemas.microsoft.com/office/drawing/2014/main" id="{F4BDF9BF-0456-4EC8-B80F-0D68429E60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79" y="0"/>
            <a:ext cx="451184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Collection Analytics">
            <a:extLst>
              <a:ext uri="{FF2B5EF4-FFF2-40B4-BE49-F238E27FC236}">
                <a16:creationId xmlns:a16="http://schemas.microsoft.com/office/drawing/2014/main" id="{5320CDCE-6E3C-4F47-9F56-95C5ABA596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79" y="0"/>
            <a:ext cx="451184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WIRR analysis">
            <a:extLst>
              <a:ext uri="{FF2B5EF4-FFF2-40B4-BE49-F238E27FC236}">
                <a16:creationId xmlns:a16="http://schemas.microsoft.com/office/drawing/2014/main" id="{FD258F40-BAF9-4166-90B4-779F23AD17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37" y="0"/>
            <a:ext cx="557212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Branch Performance">
            <a:extLst>
              <a:ext uri="{FF2B5EF4-FFF2-40B4-BE49-F238E27FC236}">
                <a16:creationId xmlns:a16="http://schemas.microsoft.com/office/drawing/2014/main" id="{6AB05011-E7E5-43F6-9C70-C057B72C0B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273" y="0"/>
            <a:ext cx="7481454" cy="6857999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FF751A"/>
                </a:solidFill>
                <a:latin typeface="Calibri"/>
              </a:rPr>
              <a:t>INTERNAL</a:t>
            </a:r>
            <a:endParaRPr lang="en-US" sz="1200">
              <a:solidFill>
                <a:srgbClr val="FF75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.xml" Id="Rd538028f" /></Relationships>
</file>

<file path=customXML/item.xml><?xml version="1.0" encoding="utf-8"?>
<Klassify>
  <SNO>1</SNO>
  <KDate>2025-10-28 18:38:30</KDate>
  <Classification>INTERNAL</Classification>
  <Subclassification/>
  <HostName>AAVAS-VDI-015</HostName>
  <Domain_User>AAVAS/ey.dinkar</Domain_User>
  <IPAdd>10.52.56.46</IPAdd>
  <FilePath>C:\Users\ey.dinkar\AppData\Roaming\Klassify\59243\CEO deep dive - PPT.pptx</FilePath>
  <KID>D6EFBEAFE3B5638972735105185335</KID>
  <UniqueName/>
  <Suggested/>
</Klassify>
</file>

<file path=customXML/itemProps.xml><?xml version="1.0" encoding="utf-8"?>
<ds:datastoreItem xmlns:ds="http://schemas.openxmlformats.org/officeDocument/2006/customXml" ds:itemID="{D7543C77-5EBC-46F2-AC21-5D702358D3E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2025-10-28T13:04:53Z</dcterms:created>
  <dcterms:modified xsi:type="dcterms:W3CDTF">2025-10-28T13:04:53Z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Classification">
    <vt:lpwstr xmlns:vt="http://schemas.openxmlformats.org/officeDocument/2006/docPropsVTypes">INTERNAL</vt:lpwstr>
  </op:property>
  <op:property fmtid="{D5CDD505-2E9C-101B-9397-08002B2CF9AE}" pid="3" name="KID">
    <vt:lpwstr xmlns:vt="http://schemas.openxmlformats.org/officeDocument/2006/docPropsVTypes">D6EFBEAFE3B5638972735105185335</vt:lpwstr>
  </op:property>
  <op:property fmtid="{D5CDD505-2E9C-101B-9397-08002B2CF9AE}" pid="4" name="Rules">
    <vt:lpwstr xmlns:vt="http://schemas.openxmlformats.org/officeDocument/2006/docPropsVTypes"> </vt:lpwstr>
  </op:property>
  <op:property fmtid="{D5CDD505-2E9C-101B-9397-08002B2CF9AE}" pid="5" name="K-subLevel-1">
    <vt:lpwstr xmlns:vt="http://schemas.openxmlformats.org/officeDocument/2006/docPropsVTypes"> </vt:lpwstr>
  </op:property>
  <op:property fmtid="{D5CDD505-2E9C-101B-9397-08002B2CF9AE}" pid="6" name="K-subLevel-2">
    <vt:lpwstr xmlns:vt="http://schemas.openxmlformats.org/officeDocument/2006/docPropsVTypes"> </vt:lpwstr>
  </op:property>
  <op:property fmtid="{D5CDD505-2E9C-101B-9397-08002B2CF9AE}" pid="7" name="K-subLevel-3">
    <vt:lpwstr xmlns:vt="http://schemas.openxmlformats.org/officeDocument/2006/docPropsVTypes"> </vt:lpwstr>
  </op:property>
</op:Properties>
</file>