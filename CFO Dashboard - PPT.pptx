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customXML/itemProps.xml" ContentType="application/vnd.openxmlformats-officedocument.customXml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7274544167624406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2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slides/slide1.xml" Id="rId6" /><Relationship Type="http://schemas.openxmlformats.org/officeDocument/2006/relationships/slide" Target="slides/slide2.xml" Id="rId7" /><Relationship Type="http://schemas.openxmlformats.org/officeDocument/2006/relationships/slide" Target="slides/slide3.xml" Id="rId8" /><Relationship Type="http://schemas.openxmlformats.org/officeDocument/2006/relationships/slide" Target="slides/slide4.xml" Id="rId9" /><Relationship Type="http://schemas.openxmlformats.org/officeDocument/2006/relationships/slide" Target="slides/slide5.xml" Id="rId10" /><Relationship Type="http://schemas.openxmlformats.org/officeDocument/2006/relationships/slide" Target="slides/slide6.xml" Id="rId11" /><Relationship Type="http://schemas.openxmlformats.org/officeDocument/2006/relationships/customXml" Target="/customXML/item.xml" Id="R2b8a1def" /></Relationships>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FC84B9C-A6BD-4EE5-BD3A-048C8DA7C222}"/>
              </a:ext>
            </a:extLst>
          </p:cNvPr>
          <p:cNvSpPr>
            <a:spLocks noGrp="1"/>
          </p:cNvSpPr>
          <p:nvPr>
            <p:ph type="ctrTitle" idx="0"/>
          </p:nvPr>
        </p:nvSpPr>
        <p:spPr/>
        <p:txBody>
          <a:bodyPr/>
          <a:lstStyle/>
          <a:p>
            <a:r>
              <a:rPr/>
              <a:t>CFO Dashboard - PPT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DA02366-4F4D-4620-99A1-33EEADAD8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File created on: 28-10-2025 18:20:01</a:t>
            </a:r>
          </a:p>
        </p:txBody>
      </p:sp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FO Landing Page 1">
            <a:extLst>
              <a:ext uri="{FF2B5EF4-FFF2-40B4-BE49-F238E27FC236}">
                <a16:creationId xmlns:a16="http://schemas.microsoft.com/office/drawing/2014/main" id="{DABD298D-0DF2-4C76-8176-ECBC802F18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52" y="0"/>
            <a:ext cx="8951495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FO Landing Page 2">
            <a:extLst>
              <a:ext uri="{FF2B5EF4-FFF2-40B4-BE49-F238E27FC236}">
                <a16:creationId xmlns:a16="http://schemas.microsoft.com/office/drawing/2014/main" id="{8BF4CF22-A110-4E9E-9649-5C50B72C14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261" y="0"/>
            <a:ext cx="6541477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CFO Landing Page 3">
            <a:extLst>
              <a:ext uri="{FF2B5EF4-FFF2-40B4-BE49-F238E27FC236}">
                <a16:creationId xmlns:a16="http://schemas.microsoft.com/office/drawing/2014/main" id="{81B267D5-6296-40D6-9681-65966A9E63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0" y="0"/>
            <a:ext cx="4724400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CFO Landing Page 4">
            <a:extLst>
              <a:ext uri="{FF2B5EF4-FFF2-40B4-BE49-F238E27FC236}">
                <a16:creationId xmlns:a16="http://schemas.microsoft.com/office/drawing/2014/main" id="{78407530-52B8-45BD-99EC-1394EC36EE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261" y="0"/>
            <a:ext cx="6541477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CFO Landing Page 5">
            <a:extLst>
              <a:ext uri="{FF2B5EF4-FFF2-40B4-BE49-F238E27FC236}">
                <a16:creationId xmlns:a16="http://schemas.microsoft.com/office/drawing/2014/main" id="{AB70AD4A-14AC-4C9D-AC1D-5A9D56F8087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582" y="0"/>
            <a:ext cx="7730836" cy="6857999"/>
          </a:xfrm>
          <a:prstGeom prst="rect">
            <a:avLst/>
          </a:prstGeom>
        </p:spPr>
      </p:pic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xpertsource_setting"/>
          <p:cNvSpPr txBox="1"/>
          <p:nvPr/>
        </p:nvSpPr>
        <p:spPr>
          <a:xfrm>
            <a:off x="300200" y="127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  <p:sp>
        <p:nvSpPr>
          <p:cNvPr id="12" name="expertsource_setting_footer"/>
          <p:cNvSpPr txBox="1"/>
          <p:nvPr/>
        </p:nvSpPr>
        <p:spPr>
          <a:xfrm>
            <a:off x="300200" y="6400000"/>
            <a:ext cx="131318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200" smtClean="0">
                <a:solidFill>
                  <a:srgbClr val="6C8000"/>
                </a:solidFill>
                <a:latin typeface="Calibri"/>
              </a:rPr>
              <a:t>INTERNAL WITH PII</a:t>
            </a:r>
            <a:endParaRPr lang="en-US" sz="1200">
              <a:solidFill>
                <a:srgbClr val="6C8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.xml" Id="R2b8a1def" /></Relationships>
</file>

<file path=customXML/item.xml><?xml version="1.0" encoding="utf-8"?>
<Klassify>
  <SNO>1</SNO>
  <KDate>2025-10-28 18:24:30</KDate>
  <Classification>INTERNAL WITH PII</Classification>
  <Subclassification/>
  <HostName>AAVAS-VDI-015</HostName>
  <Domain_User>AAVAS/ey.dinkar</Domain_User>
  <IPAdd>10.52.56.46</IPAdd>
  <FilePath>C:\Users\ey.dinkar\AppData\Roaming\Klassify\55541\CFO Dashboard - PPT.pptx</FilePath>
  <KID>D6EFBEAFE3B5638972726708303686</KID>
  <UniqueName/>
  <Suggested/>
</Klassify>
</file>

<file path=customXML/itemProps.xml><?xml version="1.0" encoding="utf-8"?>
<ds:datastoreItem xmlns:ds="http://schemas.openxmlformats.org/officeDocument/2006/customXml" ds:itemID="{D7543C77-5EBC-46F2-AC21-5D702358D3E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2025-10-28T12:50:01Z</dcterms:created>
  <dcterms:modified xsi:type="dcterms:W3CDTF">2025-10-28T12:50:01Z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Classification">
    <vt:lpwstr xmlns:vt="http://schemas.openxmlformats.org/officeDocument/2006/docPropsVTypes">INTERNAL WITH PII</vt:lpwstr>
  </op:property>
  <op:property fmtid="{D5CDD505-2E9C-101B-9397-08002B2CF9AE}" pid="3" name="KID">
    <vt:lpwstr xmlns:vt="http://schemas.openxmlformats.org/officeDocument/2006/docPropsVTypes">D6EFBEAFE3B5638972726708303686</vt:lpwstr>
  </op:property>
  <op:property fmtid="{D5CDD505-2E9C-101B-9397-08002B2CF9AE}" pid="4" name="Rules">
    <vt:lpwstr xmlns:vt="http://schemas.openxmlformats.org/officeDocument/2006/docPropsVTypes"> </vt:lpwstr>
  </op:property>
  <op:property fmtid="{D5CDD505-2E9C-101B-9397-08002B2CF9AE}" pid="5" name="K-subLevel-1">
    <vt:lpwstr xmlns:vt="http://schemas.openxmlformats.org/officeDocument/2006/docPropsVTypes"> </vt:lpwstr>
  </op:property>
  <op:property fmtid="{D5CDD505-2E9C-101B-9397-08002B2CF9AE}" pid="6" name="K-subLevel-2">
    <vt:lpwstr xmlns:vt="http://schemas.openxmlformats.org/officeDocument/2006/docPropsVTypes"> </vt:lpwstr>
  </op:property>
  <op:property fmtid="{D5CDD505-2E9C-101B-9397-08002B2CF9AE}" pid="7" name="K-subLevel-3">
    <vt:lpwstr xmlns:vt="http://schemas.openxmlformats.org/officeDocument/2006/docPropsVTypes"> </vt:lpwstr>
  </op:property>
</op:Properties>
</file>